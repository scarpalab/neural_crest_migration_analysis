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4" d="100"/>
          <a:sy n="84" d="100"/>
        </p:scale>
        <p:origin x="22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D9B0-1311-443F-93E4-AD38834D1C7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A7102-2EB7-43F1-B3DB-C3A21451CE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239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D9B0-1311-443F-93E4-AD38834D1C7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A7102-2EB7-43F1-B3DB-C3A21451CE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743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D9B0-1311-443F-93E4-AD38834D1C7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A7102-2EB7-43F1-B3DB-C3A21451CE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63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D9B0-1311-443F-93E4-AD38834D1C7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A7102-2EB7-43F1-B3DB-C3A21451CE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24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D9B0-1311-443F-93E4-AD38834D1C7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A7102-2EB7-43F1-B3DB-C3A21451CE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5927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D9B0-1311-443F-93E4-AD38834D1C7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A7102-2EB7-43F1-B3DB-C3A21451CE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589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D9B0-1311-443F-93E4-AD38834D1C7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A7102-2EB7-43F1-B3DB-C3A21451CE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22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D9B0-1311-443F-93E4-AD38834D1C7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A7102-2EB7-43F1-B3DB-C3A21451CE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36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D9B0-1311-443F-93E4-AD38834D1C7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A7102-2EB7-43F1-B3DB-C3A21451CE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155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D9B0-1311-443F-93E4-AD38834D1C7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A7102-2EB7-43F1-B3DB-C3A21451CE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34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D9B0-1311-443F-93E4-AD38834D1C7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A7102-2EB7-43F1-B3DB-C3A21451CE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393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A1D9B0-1311-443F-93E4-AD38834D1C7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A7102-2EB7-43F1-B3DB-C3A21451CE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03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2CDB31AB-E538-AF61-6C59-63B006143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51" t="32428" r="34904" b="32500"/>
          <a:stretch>
            <a:fillRect/>
          </a:stretch>
        </p:blipFill>
        <p:spPr>
          <a:xfrm>
            <a:off x="4454760" y="2598685"/>
            <a:ext cx="1216562" cy="1415404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4D3416C8-A1D7-8ECD-DD00-2038FC94EE03}"/>
              </a:ext>
            </a:extLst>
          </p:cNvPr>
          <p:cNvSpPr/>
          <p:nvPr/>
        </p:nvSpPr>
        <p:spPr>
          <a:xfrm rot="1899655">
            <a:off x="4400761" y="3415406"/>
            <a:ext cx="1323786" cy="271462"/>
          </a:xfrm>
          <a:prstGeom prst="rect">
            <a:avLst/>
          </a:prstGeom>
          <a:solidFill>
            <a:srgbClr val="FF0000">
              <a:alpha val="20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87BEAE-7D69-EED8-048E-CFF464FA09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13" t="32247" r="2542" b="32682"/>
          <a:stretch>
            <a:fillRect/>
          </a:stretch>
        </p:blipFill>
        <p:spPr>
          <a:xfrm>
            <a:off x="860315" y="538887"/>
            <a:ext cx="930302" cy="1082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DF574E-E7F2-5D88-6D10-3CD45C574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4" t="32428" r="67487" b="32500"/>
          <a:stretch>
            <a:fillRect/>
          </a:stretch>
        </p:blipFill>
        <p:spPr>
          <a:xfrm>
            <a:off x="1041083" y="664135"/>
            <a:ext cx="916202" cy="10823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A41EC9-9F24-CEF0-ECF2-CAD502A32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51" t="32428" r="34904" b="32500"/>
          <a:stretch>
            <a:fillRect/>
          </a:stretch>
        </p:blipFill>
        <p:spPr>
          <a:xfrm>
            <a:off x="1207751" y="827744"/>
            <a:ext cx="930302" cy="10823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5E366C-3307-2AB7-42A9-4ADAD63D1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08" t="32464" r="2547" b="32464"/>
          <a:stretch>
            <a:fillRect/>
          </a:stretch>
        </p:blipFill>
        <p:spPr>
          <a:xfrm>
            <a:off x="2699955" y="538887"/>
            <a:ext cx="930302" cy="10823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257C30-949B-56D7-EC2E-56A660432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8" t="32464" r="67217" b="32464"/>
          <a:stretch>
            <a:fillRect/>
          </a:stretch>
        </p:blipFill>
        <p:spPr>
          <a:xfrm>
            <a:off x="2843762" y="664136"/>
            <a:ext cx="930302" cy="10823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8030E4-4688-3F61-F8CB-9134B725A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76" t="32464" r="35067" b="32464"/>
          <a:stretch>
            <a:fillRect/>
          </a:stretch>
        </p:blipFill>
        <p:spPr>
          <a:xfrm>
            <a:off x="2993380" y="827744"/>
            <a:ext cx="924491" cy="10823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2D837A-CF7D-053F-ED58-F63D4583B5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79" t="32206" r="2313" b="32261"/>
          <a:stretch>
            <a:fillRect/>
          </a:stretch>
        </p:blipFill>
        <p:spPr>
          <a:xfrm>
            <a:off x="4479773" y="538886"/>
            <a:ext cx="932259" cy="10965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A09750B-B021-2482-629C-CF58A92F5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8" t="32206" r="67159" b="32261"/>
          <a:stretch>
            <a:fillRect/>
          </a:stretch>
        </p:blipFill>
        <p:spPr>
          <a:xfrm>
            <a:off x="4646441" y="664195"/>
            <a:ext cx="930303" cy="10965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54A2C9-C7BE-1C69-2966-727CDFA999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36" t="32206" r="35077" b="32261"/>
          <a:stretch>
            <a:fillRect/>
          </a:stretch>
        </p:blipFill>
        <p:spPr>
          <a:xfrm>
            <a:off x="4827208" y="827804"/>
            <a:ext cx="916203" cy="109656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737503E-D6D7-D67A-F7B9-52310EEB7EC2}"/>
              </a:ext>
            </a:extLst>
          </p:cNvPr>
          <p:cNvSpPr txBox="1"/>
          <p:nvPr/>
        </p:nvSpPr>
        <p:spPr>
          <a:xfrm>
            <a:off x="1209579" y="2111586"/>
            <a:ext cx="785793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13" dirty="0"/>
              <a:t>Drift </a:t>
            </a:r>
          </a:p>
          <a:p>
            <a:pPr algn="ctr"/>
            <a:r>
              <a:rPr lang="en-US" sz="1013" dirty="0"/>
              <a:t>Correction</a:t>
            </a:r>
            <a:endParaRPr lang="en-GB" sz="1013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A7912FD-CD64-150C-FC72-B1900AAED8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6126" y="1376088"/>
            <a:ext cx="391120" cy="39112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AF2A81F-A298-2289-F412-DF64BA3F623E}"/>
              </a:ext>
            </a:extLst>
          </p:cNvPr>
          <p:cNvSpPr txBox="1"/>
          <p:nvPr/>
        </p:nvSpPr>
        <p:spPr>
          <a:xfrm>
            <a:off x="3925278" y="1348306"/>
            <a:ext cx="356878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50" dirty="0"/>
              <a:t>✍️</a:t>
            </a:r>
          </a:p>
        </p:txBody>
      </p:sp>
      <p:sp>
        <p:nvSpPr>
          <p:cNvPr id="34" name="Arrow: Curved Left 33">
            <a:extLst>
              <a:ext uri="{FF2B5EF4-FFF2-40B4-BE49-F238E27FC236}">
                <a16:creationId xmlns:a16="http://schemas.microsoft.com/office/drawing/2014/main" id="{60461CF8-B3C3-70E1-3028-78D3FC479045}"/>
              </a:ext>
            </a:extLst>
          </p:cNvPr>
          <p:cNvSpPr/>
          <p:nvPr/>
        </p:nvSpPr>
        <p:spPr>
          <a:xfrm>
            <a:off x="1976482" y="1938513"/>
            <a:ext cx="176808" cy="412552"/>
          </a:xfrm>
          <a:prstGeom prst="curved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3">
              <a:solidFill>
                <a:schemeClr val="tx1"/>
              </a:solidFill>
            </a:endParaRPr>
          </a:p>
        </p:txBody>
      </p:sp>
      <p:sp>
        <p:nvSpPr>
          <p:cNvPr id="35" name="Arrow: Curved Left 34">
            <a:extLst>
              <a:ext uri="{FF2B5EF4-FFF2-40B4-BE49-F238E27FC236}">
                <a16:creationId xmlns:a16="http://schemas.microsoft.com/office/drawing/2014/main" id="{C865D4EC-874F-DD3E-9E41-50E18114F80E}"/>
              </a:ext>
            </a:extLst>
          </p:cNvPr>
          <p:cNvSpPr/>
          <p:nvPr/>
        </p:nvSpPr>
        <p:spPr>
          <a:xfrm rot="10800000">
            <a:off x="1051659" y="1938513"/>
            <a:ext cx="176808" cy="412552"/>
          </a:xfrm>
          <a:prstGeom prst="curved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3">
              <a:solidFill>
                <a:schemeClr val="tx1"/>
              </a:solidFill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5C8087A-E722-1676-BBB1-DDAC9BCA17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85" t="32270" r="35185" b="32658"/>
          <a:stretch>
            <a:fillRect/>
          </a:stretch>
        </p:blipFill>
        <p:spPr>
          <a:xfrm>
            <a:off x="960802" y="2717157"/>
            <a:ext cx="1102122" cy="1304558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7842805C-6586-7D38-B272-803544D84D2B}"/>
              </a:ext>
            </a:extLst>
          </p:cNvPr>
          <p:cNvGrpSpPr/>
          <p:nvPr/>
        </p:nvGrpSpPr>
        <p:grpSpPr>
          <a:xfrm>
            <a:off x="2535727" y="2717157"/>
            <a:ext cx="1446230" cy="1625594"/>
            <a:chOff x="2328779" y="2578805"/>
            <a:chExt cx="1446230" cy="1625594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E80FDB72-002F-111F-4DF0-3CDF5D000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020" t="33212" r="35687" b="33396"/>
            <a:stretch>
              <a:fillRect/>
            </a:stretch>
          </p:blipFill>
          <p:spPr>
            <a:xfrm>
              <a:off x="2358056" y="2578805"/>
              <a:ext cx="1247027" cy="1471772"/>
            </a:xfrm>
            <a:prstGeom prst="rect">
              <a:avLst/>
            </a:prstGeom>
          </p:spPr>
        </p:pic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1775D7B6-5274-72DD-9867-65EBDCD1A91D}"/>
                </a:ext>
              </a:extLst>
            </p:cNvPr>
            <p:cNvSpPr/>
            <p:nvPr/>
          </p:nvSpPr>
          <p:spPr>
            <a:xfrm rot="11943972">
              <a:off x="2648634" y="2985548"/>
              <a:ext cx="695816" cy="559556"/>
            </a:xfrm>
            <a:custGeom>
              <a:avLst/>
              <a:gdLst>
                <a:gd name="csX0" fmla="*/ 457200 w 914400"/>
                <a:gd name="csY0" fmla="*/ 0 h 914400"/>
                <a:gd name="csX1" fmla="*/ 781602 w 914400"/>
                <a:gd name="csY1" fmla="*/ 135027 h 914400"/>
                <a:gd name="csX2" fmla="*/ 914389 w 914400"/>
                <a:gd name="csY2" fmla="*/ 460352 h 914400"/>
                <a:gd name="csX3" fmla="*/ 457200 w 914400"/>
                <a:gd name="csY3" fmla="*/ 457200 h 914400"/>
                <a:gd name="csX4" fmla="*/ 457200 w 914400"/>
                <a:gd name="csY4" fmla="*/ 0 h 914400"/>
                <a:gd name="csX0" fmla="*/ 457200 w 914400"/>
                <a:gd name="csY0" fmla="*/ 0 h 914400"/>
                <a:gd name="csX1" fmla="*/ 781602 w 914400"/>
                <a:gd name="csY1" fmla="*/ 135027 h 914400"/>
                <a:gd name="csX2" fmla="*/ 914389 w 914400"/>
                <a:gd name="csY2" fmla="*/ 460352 h 914400"/>
                <a:gd name="csX0" fmla="*/ 0 w 457199"/>
                <a:gd name="csY0" fmla="*/ 0 h 460352"/>
                <a:gd name="csX1" fmla="*/ 324402 w 457199"/>
                <a:gd name="csY1" fmla="*/ 135027 h 460352"/>
                <a:gd name="csX2" fmla="*/ 457189 w 457199"/>
                <a:gd name="csY2" fmla="*/ 460352 h 460352"/>
                <a:gd name="csX3" fmla="*/ 0 w 457199"/>
                <a:gd name="csY3" fmla="*/ 457200 h 460352"/>
                <a:gd name="csX4" fmla="*/ 0 w 457199"/>
                <a:gd name="csY4" fmla="*/ 0 h 460352"/>
                <a:gd name="csX0" fmla="*/ 0 w 457199"/>
                <a:gd name="csY0" fmla="*/ 0 h 460352"/>
                <a:gd name="csX1" fmla="*/ 307733 w 457199"/>
                <a:gd name="csY1" fmla="*/ 156458 h 460352"/>
                <a:gd name="csX2" fmla="*/ 457189 w 457199"/>
                <a:gd name="csY2" fmla="*/ 460352 h 460352"/>
                <a:gd name="csX0" fmla="*/ 0 w 457199"/>
                <a:gd name="csY0" fmla="*/ 0 h 555707"/>
                <a:gd name="csX1" fmla="*/ 324402 w 457199"/>
                <a:gd name="csY1" fmla="*/ 135027 h 555707"/>
                <a:gd name="csX2" fmla="*/ 457189 w 457199"/>
                <a:gd name="csY2" fmla="*/ 460352 h 555707"/>
                <a:gd name="csX3" fmla="*/ 0 w 457199"/>
                <a:gd name="csY3" fmla="*/ 457200 h 555707"/>
                <a:gd name="csX4" fmla="*/ 0 w 457199"/>
                <a:gd name="csY4" fmla="*/ 0 h 555707"/>
                <a:gd name="csX0" fmla="*/ 0 w 457199"/>
                <a:gd name="csY0" fmla="*/ 0 h 555707"/>
                <a:gd name="csX1" fmla="*/ 307733 w 457199"/>
                <a:gd name="csY1" fmla="*/ 156458 h 555707"/>
                <a:gd name="csX2" fmla="*/ 414563 w 457199"/>
                <a:gd name="csY2" fmla="*/ 555707 h 555707"/>
                <a:gd name="csX0" fmla="*/ 0 w 457199"/>
                <a:gd name="csY0" fmla="*/ 0 h 555707"/>
                <a:gd name="csX1" fmla="*/ 324402 w 457199"/>
                <a:gd name="csY1" fmla="*/ 135027 h 555707"/>
                <a:gd name="csX2" fmla="*/ 457189 w 457199"/>
                <a:gd name="csY2" fmla="*/ 460352 h 555707"/>
                <a:gd name="csX3" fmla="*/ 0 w 457199"/>
                <a:gd name="csY3" fmla="*/ 457200 h 555707"/>
                <a:gd name="csX4" fmla="*/ 0 w 457199"/>
                <a:gd name="csY4" fmla="*/ 0 h 555707"/>
                <a:gd name="csX0" fmla="*/ 0 w 457199"/>
                <a:gd name="csY0" fmla="*/ 0 h 555707"/>
                <a:gd name="csX1" fmla="*/ 307733 w 457199"/>
                <a:gd name="csY1" fmla="*/ 156458 h 555707"/>
                <a:gd name="csX2" fmla="*/ 414563 w 457199"/>
                <a:gd name="csY2" fmla="*/ 555707 h 555707"/>
                <a:gd name="csX0" fmla="*/ 0 w 457199"/>
                <a:gd name="csY0" fmla="*/ 11126 h 566833"/>
                <a:gd name="csX1" fmla="*/ 324402 w 457199"/>
                <a:gd name="csY1" fmla="*/ 146153 h 566833"/>
                <a:gd name="csX2" fmla="*/ 457189 w 457199"/>
                <a:gd name="csY2" fmla="*/ 471478 h 566833"/>
                <a:gd name="csX3" fmla="*/ 0 w 457199"/>
                <a:gd name="csY3" fmla="*/ 468326 h 566833"/>
                <a:gd name="csX4" fmla="*/ 0 w 457199"/>
                <a:gd name="csY4" fmla="*/ 11126 h 566833"/>
                <a:gd name="csX0" fmla="*/ 0 w 457199"/>
                <a:gd name="csY0" fmla="*/ 11126 h 566833"/>
                <a:gd name="csX1" fmla="*/ 323798 w 457199"/>
                <a:gd name="csY1" fmla="*/ 53694 h 566833"/>
                <a:gd name="csX2" fmla="*/ 414563 w 457199"/>
                <a:gd name="csY2" fmla="*/ 566833 h 566833"/>
                <a:gd name="csX0" fmla="*/ 238617 w 695816"/>
                <a:gd name="csY0" fmla="*/ 6829 h 562536"/>
                <a:gd name="csX1" fmla="*/ 563019 w 695816"/>
                <a:gd name="csY1" fmla="*/ 141856 h 562536"/>
                <a:gd name="csX2" fmla="*/ 695806 w 695816"/>
                <a:gd name="csY2" fmla="*/ 467181 h 562536"/>
                <a:gd name="csX3" fmla="*/ 238617 w 695816"/>
                <a:gd name="csY3" fmla="*/ 464029 h 562536"/>
                <a:gd name="csX4" fmla="*/ 238617 w 695816"/>
                <a:gd name="csY4" fmla="*/ 6829 h 562536"/>
                <a:gd name="csX0" fmla="*/ 0 w 695816"/>
                <a:gd name="csY0" fmla="*/ 16235 h 562536"/>
                <a:gd name="csX1" fmla="*/ 562415 w 695816"/>
                <a:gd name="csY1" fmla="*/ 49397 h 562536"/>
                <a:gd name="csX2" fmla="*/ 653180 w 695816"/>
                <a:gd name="csY2" fmla="*/ 562536 h 562536"/>
                <a:gd name="csX0" fmla="*/ 238617 w 695816"/>
                <a:gd name="csY0" fmla="*/ 10791 h 566498"/>
                <a:gd name="csX1" fmla="*/ 563019 w 695816"/>
                <a:gd name="csY1" fmla="*/ 145818 h 566498"/>
                <a:gd name="csX2" fmla="*/ 695806 w 695816"/>
                <a:gd name="csY2" fmla="*/ 471143 h 566498"/>
                <a:gd name="csX3" fmla="*/ 238617 w 695816"/>
                <a:gd name="csY3" fmla="*/ 467991 h 566498"/>
                <a:gd name="csX4" fmla="*/ 238617 w 695816"/>
                <a:gd name="csY4" fmla="*/ 10791 h 566498"/>
                <a:gd name="csX0" fmla="*/ 0 w 695816"/>
                <a:gd name="csY0" fmla="*/ 20197 h 566498"/>
                <a:gd name="csX1" fmla="*/ 171499 w 695816"/>
                <a:gd name="csY1" fmla="*/ 12272 h 566498"/>
                <a:gd name="csX2" fmla="*/ 562415 w 695816"/>
                <a:gd name="csY2" fmla="*/ 53359 h 566498"/>
                <a:gd name="csX3" fmla="*/ 653180 w 695816"/>
                <a:gd name="csY3" fmla="*/ 566498 h 566498"/>
                <a:gd name="csX0" fmla="*/ 238617 w 695816"/>
                <a:gd name="csY0" fmla="*/ 3849 h 559556"/>
                <a:gd name="csX1" fmla="*/ 563019 w 695816"/>
                <a:gd name="csY1" fmla="*/ 138876 h 559556"/>
                <a:gd name="csX2" fmla="*/ 695806 w 695816"/>
                <a:gd name="csY2" fmla="*/ 464201 h 559556"/>
                <a:gd name="csX3" fmla="*/ 238617 w 695816"/>
                <a:gd name="csY3" fmla="*/ 461049 h 559556"/>
                <a:gd name="csX4" fmla="*/ 238617 w 695816"/>
                <a:gd name="csY4" fmla="*/ 3849 h 559556"/>
                <a:gd name="csX0" fmla="*/ 0 w 695816"/>
                <a:gd name="csY0" fmla="*/ 13255 h 559556"/>
                <a:gd name="csX1" fmla="*/ 162663 w 695816"/>
                <a:gd name="csY1" fmla="*/ 23500 h 559556"/>
                <a:gd name="csX2" fmla="*/ 562415 w 695816"/>
                <a:gd name="csY2" fmla="*/ 46417 h 559556"/>
                <a:gd name="csX3" fmla="*/ 653180 w 695816"/>
                <a:gd name="csY3" fmla="*/ 559556 h 5595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95816" h="559556" stroke="0" extrusionOk="0">
                  <a:moveTo>
                    <a:pt x="238617" y="3849"/>
                  </a:moveTo>
                  <a:cubicBezTo>
                    <a:pt x="360420" y="3849"/>
                    <a:pt x="477188" y="52452"/>
                    <a:pt x="563019" y="138876"/>
                  </a:cubicBezTo>
                  <a:cubicBezTo>
                    <a:pt x="648849" y="225300"/>
                    <a:pt x="696646" y="342401"/>
                    <a:pt x="695806" y="464201"/>
                  </a:cubicBezTo>
                  <a:lnTo>
                    <a:pt x="238617" y="461049"/>
                  </a:lnTo>
                  <a:lnTo>
                    <a:pt x="238617" y="3849"/>
                  </a:lnTo>
                  <a:close/>
                </a:path>
                <a:path w="695816" h="559556" fill="none">
                  <a:moveTo>
                    <a:pt x="0" y="13255"/>
                  </a:moveTo>
                  <a:cubicBezTo>
                    <a:pt x="28583" y="11934"/>
                    <a:pt x="68927" y="17973"/>
                    <a:pt x="162663" y="23500"/>
                  </a:cubicBezTo>
                  <a:cubicBezTo>
                    <a:pt x="256399" y="29027"/>
                    <a:pt x="482135" y="-45954"/>
                    <a:pt x="562415" y="46417"/>
                  </a:cubicBezTo>
                  <a:cubicBezTo>
                    <a:pt x="648245" y="132841"/>
                    <a:pt x="729795" y="343542"/>
                    <a:pt x="653180" y="559556"/>
                  </a:cubicBezTo>
                </a:path>
              </a:pathLst>
            </a:custGeom>
            <a:ln>
              <a:solidFill>
                <a:srgbClr val="00B0F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3AE1B59-C940-CB8C-76DF-9B0DB045A280}"/>
                </a:ext>
              </a:extLst>
            </p:cNvPr>
            <p:cNvSpPr txBox="1"/>
            <p:nvPr/>
          </p:nvSpPr>
          <p:spPr>
            <a:xfrm>
              <a:off x="2328779" y="3804289"/>
              <a:ext cx="14462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Spline Interpolation for</a:t>
              </a:r>
            </a:p>
            <a:p>
              <a:pPr algn="ctr"/>
              <a:r>
                <a:rPr lang="en-US" sz="1000" dirty="0"/>
                <a:t>cell track extraction</a:t>
              </a:r>
              <a:endParaRPr lang="en-GB" sz="1000" dirty="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60FED38-9D54-3FC2-EBCB-CE99F270824A}"/>
              </a:ext>
            </a:extLst>
          </p:cNvPr>
          <p:cNvSpPr txBox="1"/>
          <p:nvPr/>
        </p:nvSpPr>
        <p:spPr>
          <a:xfrm>
            <a:off x="888349" y="4101377"/>
            <a:ext cx="1247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Nuclei centroid extraction</a:t>
            </a:r>
            <a:endParaRPr lang="en-GB" sz="1000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CDBA789-DF7A-D66F-0D1A-882EDFBAE998}"/>
              </a:ext>
            </a:extLst>
          </p:cNvPr>
          <p:cNvCxnSpPr>
            <a:cxnSpLocks/>
          </p:cNvCxnSpPr>
          <p:nvPr/>
        </p:nvCxnSpPr>
        <p:spPr>
          <a:xfrm>
            <a:off x="4965654" y="3493021"/>
            <a:ext cx="395068" cy="22939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BBC3852-ADF7-B0C4-934F-959199F1D3B0}"/>
                  </a:ext>
                </a:extLst>
              </p:cNvPr>
              <p:cNvSpPr txBox="1"/>
              <p:nvPr/>
            </p:nvSpPr>
            <p:spPr>
              <a:xfrm>
                <a:off x="5049335" y="3314254"/>
                <a:ext cx="3529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BBC3852-ADF7-B0C4-934F-959199F1D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335" y="3314254"/>
                <a:ext cx="352982" cy="369332"/>
              </a:xfrm>
              <a:prstGeom prst="rect">
                <a:avLst/>
              </a:prstGeom>
              <a:blipFill>
                <a:blip r:embed="rId8"/>
                <a:stretch>
                  <a:fillRect t="-11667" r="-20690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508A1A4B-FF69-484E-0061-75DE73EF40A8}"/>
              </a:ext>
            </a:extLst>
          </p:cNvPr>
          <p:cNvSpPr txBox="1"/>
          <p:nvPr/>
        </p:nvSpPr>
        <p:spPr>
          <a:xfrm>
            <a:off x="4103717" y="4088422"/>
            <a:ext cx="1963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Motion vector definition &amp;</a:t>
            </a:r>
          </a:p>
          <a:p>
            <a:pPr algn="ctr"/>
            <a:r>
              <a:rPr lang="en-US" sz="1000" dirty="0"/>
              <a:t>Line projection profile extraction</a:t>
            </a:r>
            <a:endParaRPr lang="en-GB" sz="1000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80BC03-4B04-B636-A764-E6D626D61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1713" y="4944282"/>
            <a:ext cx="2351144" cy="1175572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B2D0228B-C576-C40D-E9A5-61BC613A3DBA}"/>
              </a:ext>
            </a:extLst>
          </p:cNvPr>
          <p:cNvSpPr txBox="1"/>
          <p:nvPr/>
        </p:nvSpPr>
        <p:spPr>
          <a:xfrm>
            <a:off x="2418755" y="5285847"/>
            <a:ext cx="4748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Front</a:t>
            </a:r>
            <a:endParaRPr lang="en-GB" sz="1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650770-444D-26C2-DEAB-CDEC3613754E}"/>
              </a:ext>
            </a:extLst>
          </p:cNvPr>
          <p:cNvSpPr txBox="1"/>
          <p:nvPr/>
        </p:nvSpPr>
        <p:spPr>
          <a:xfrm>
            <a:off x="1499184" y="5302640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Back</a:t>
            </a:r>
            <a:endParaRPr lang="en-GB" sz="10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F72D301-0437-A25F-358D-018B54654DD4}"/>
              </a:ext>
            </a:extLst>
          </p:cNvPr>
          <p:cNvCxnSpPr/>
          <p:nvPr/>
        </p:nvCxnSpPr>
        <p:spPr>
          <a:xfrm flipH="1">
            <a:off x="2395538" y="5532068"/>
            <a:ext cx="260622" cy="1876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7CB22AF-AECE-533D-FCE6-BEAF8FD4D9C2}"/>
              </a:ext>
            </a:extLst>
          </p:cNvPr>
          <p:cNvCxnSpPr/>
          <p:nvPr/>
        </p:nvCxnSpPr>
        <p:spPr>
          <a:xfrm>
            <a:off x="1729375" y="5548861"/>
            <a:ext cx="199438" cy="1923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9481EA4-7990-2A53-2864-98BF5B25AD0B}"/>
              </a:ext>
            </a:extLst>
          </p:cNvPr>
          <p:cNvCxnSpPr/>
          <p:nvPr/>
        </p:nvCxnSpPr>
        <p:spPr>
          <a:xfrm>
            <a:off x="2223195" y="1290638"/>
            <a:ext cx="3911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F8CE2AF-D8D6-6A1B-9726-CA2F5C05F973}"/>
              </a:ext>
            </a:extLst>
          </p:cNvPr>
          <p:cNvCxnSpPr/>
          <p:nvPr/>
        </p:nvCxnSpPr>
        <p:spPr>
          <a:xfrm>
            <a:off x="4002988" y="1290638"/>
            <a:ext cx="3911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87777FD-AF09-555C-490B-BCF69BF000E7}"/>
              </a:ext>
            </a:extLst>
          </p:cNvPr>
          <p:cNvCxnSpPr/>
          <p:nvPr/>
        </p:nvCxnSpPr>
        <p:spPr>
          <a:xfrm>
            <a:off x="2225980" y="3403678"/>
            <a:ext cx="3911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0AEA0C8-6650-059E-E3F4-0D75595421AC}"/>
              </a:ext>
            </a:extLst>
          </p:cNvPr>
          <p:cNvCxnSpPr/>
          <p:nvPr/>
        </p:nvCxnSpPr>
        <p:spPr>
          <a:xfrm>
            <a:off x="3774064" y="3387881"/>
            <a:ext cx="3911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60C6A2AC-6239-5C8C-34ED-9DBBCFEB5E6C}"/>
              </a:ext>
            </a:extLst>
          </p:cNvPr>
          <p:cNvCxnSpPr>
            <a:stCxn id="55" idx="2"/>
            <a:endCxn id="61" idx="0"/>
          </p:cNvCxnSpPr>
          <p:nvPr/>
        </p:nvCxnSpPr>
        <p:spPr>
          <a:xfrm rot="5400000">
            <a:off x="3293626" y="3152191"/>
            <a:ext cx="455750" cy="3128432"/>
          </a:xfrm>
          <a:prstGeom prst="bentConnector3">
            <a:avLst>
              <a:gd name="adj1" fmla="val 2492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9" name="Graphic 78">
            <a:extLst>
              <a:ext uri="{FF2B5EF4-FFF2-40B4-BE49-F238E27FC236}">
                <a16:creationId xmlns:a16="http://schemas.microsoft.com/office/drawing/2014/main" id="{2144DCBF-E943-E045-BE90-642E88A6E1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80907" y="4688585"/>
            <a:ext cx="1963999" cy="196399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1668A3D4-52D2-DE7B-9221-785999CCA3C9}"/>
              </a:ext>
            </a:extLst>
          </p:cNvPr>
          <p:cNvSpPr txBox="1"/>
          <p:nvPr/>
        </p:nvSpPr>
        <p:spPr>
          <a:xfrm>
            <a:off x="4780193" y="4995352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/>
                </a:solidFill>
              </a:rPr>
              <a:t>Back</a:t>
            </a:r>
            <a:endParaRPr lang="en-GB" sz="1000" dirty="0">
              <a:solidFill>
                <a:schemeClr val="accent2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46E847-27EF-94CC-0BC8-9911F981E3C1}"/>
              </a:ext>
            </a:extLst>
          </p:cNvPr>
          <p:cNvSpPr txBox="1"/>
          <p:nvPr/>
        </p:nvSpPr>
        <p:spPr>
          <a:xfrm>
            <a:off x="4122277" y="5666162"/>
            <a:ext cx="4748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Front</a:t>
            </a:r>
            <a:endParaRPr lang="en-GB" sz="1000" dirty="0">
              <a:solidFill>
                <a:srgbClr val="0070C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3C9B6AF-19CE-68CE-A500-910C675211B0}"/>
              </a:ext>
            </a:extLst>
          </p:cNvPr>
          <p:cNvSpPr txBox="1"/>
          <p:nvPr/>
        </p:nvSpPr>
        <p:spPr>
          <a:xfrm>
            <a:off x="5362200" y="5803024"/>
            <a:ext cx="11128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Nuclear centroid</a:t>
            </a:r>
            <a:endParaRPr lang="en-GB" sz="1000"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737604D-1E64-7C45-A905-34BFEADBDA50}"/>
              </a:ext>
            </a:extLst>
          </p:cNvPr>
          <p:cNvCxnSpPr/>
          <p:nvPr/>
        </p:nvCxnSpPr>
        <p:spPr>
          <a:xfrm>
            <a:off x="3132857" y="5478619"/>
            <a:ext cx="3911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082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27</Words>
  <Application>Microsoft Office PowerPoint</Application>
  <PresentationFormat>A4 Paper (210x297 mm)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Cheng-Yu Huang</dc:creator>
  <cp:lastModifiedBy>Cheng-Yu Huang</cp:lastModifiedBy>
  <cp:revision>5</cp:revision>
  <dcterms:created xsi:type="dcterms:W3CDTF">2026-04-27T19:07:10Z</dcterms:created>
  <dcterms:modified xsi:type="dcterms:W3CDTF">2026-04-27T19:50:37Z</dcterms:modified>
</cp:coreProperties>
</file>